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610FE-9897-4AFF-AC01-6FA5E425AD6C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AEADB-48D8-4E3C-887F-C61BF7D60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663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610FE-9897-4AFF-AC01-6FA5E425AD6C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AEADB-48D8-4E3C-887F-C61BF7D60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661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610FE-9897-4AFF-AC01-6FA5E425AD6C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AEADB-48D8-4E3C-887F-C61BF7D60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906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610FE-9897-4AFF-AC01-6FA5E425AD6C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AEADB-48D8-4E3C-887F-C61BF7D60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804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610FE-9897-4AFF-AC01-6FA5E425AD6C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AEADB-48D8-4E3C-887F-C61BF7D60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683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610FE-9897-4AFF-AC01-6FA5E425AD6C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AEADB-48D8-4E3C-887F-C61BF7D60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701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610FE-9897-4AFF-AC01-6FA5E425AD6C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AEADB-48D8-4E3C-887F-C61BF7D60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986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610FE-9897-4AFF-AC01-6FA5E425AD6C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AEADB-48D8-4E3C-887F-C61BF7D60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417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610FE-9897-4AFF-AC01-6FA5E425AD6C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AEADB-48D8-4E3C-887F-C61BF7D60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51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610FE-9897-4AFF-AC01-6FA5E425AD6C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AEADB-48D8-4E3C-887F-C61BF7D60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076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610FE-9897-4AFF-AC01-6FA5E425AD6C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AEADB-48D8-4E3C-887F-C61BF7D60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261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610FE-9897-4AFF-AC01-6FA5E425AD6C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CAEADB-48D8-4E3C-887F-C61BF7D60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032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file:///E:\MINI%20PROJECT\Sales%20%25%20Operation.pbix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latin typeface="+mn-lt"/>
              </a:rPr>
              <a:t>Sales &amp; Operations Dashboard</a:t>
            </a:r>
            <a:endParaRPr lang="en-US" dirty="0"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3200" dirty="0" smtClean="0">
                <a:solidFill>
                  <a:schemeClr val="accent2">
                    <a:lumMod val="50000"/>
                  </a:schemeClr>
                </a:solidFill>
              </a:rPr>
              <a:t>Business Intelligence Project</a:t>
            </a:r>
          </a:p>
          <a:p>
            <a:r>
              <a:rPr lang="en-US" sz="2600" dirty="0" smtClean="0"/>
              <a:t>Excel + Power BI</a:t>
            </a:r>
          </a:p>
          <a:p>
            <a:endParaRPr lang="en-US" dirty="0"/>
          </a:p>
          <a:p>
            <a:pPr algn="l"/>
            <a:r>
              <a:rPr lang="en-US" sz="2600" dirty="0" smtClean="0">
                <a:solidFill>
                  <a:schemeClr val="accent1">
                    <a:lumMod val="50000"/>
                  </a:schemeClr>
                </a:solidFill>
              </a:rPr>
              <a:t>Present by: </a:t>
            </a:r>
            <a:r>
              <a:rPr lang="en-US" sz="2600" dirty="0" err="1" smtClean="0">
                <a:solidFill>
                  <a:schemeClr val="accent1">
                    <a:lumMod val="50000"/>
                  </a:schemeClr>
                </a:solidFill>
              </a:rPr>
              <a:t>Musab</a:t>
            </a:r>
            <a:endParaRPr lang="en-US" sz="26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8980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 smtClean="0">
                <a:solidFill>
                  <a:schemeClr val="accent2">
                    <a:lumMod val="75000"/>
                  </a:schemeClr>
                </a:solidFill>
                <a:latin typeface="+mn-lt"/>
              </a:rPr>
              <a:t>Project Overview</a:t>
            </a:r>
            <a:endParaRPr lang="en-US" sz="5400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Sales</a:t>
            </a:r>
          </a:p>
          <a:p>
            <a:r>
              <a:rPr lang="en-US" dirty="0" smtClean="0"/>
              <a:t>Profitability</a:t>
            </a:r>
          </a:p>
          <a:p>
            <a:r>
              <a:rPr lang="en-US" dirty="0" smtClean="0"/>
              <a:t>Products</a:t>
            </a:r>
          </a:p>
          <a:p>
            <a:r>
              <a:rPr lang="en-US" dirty="0" smtClean="0"/>
              <a:t>Regions &amp; Operations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Goal</a:t>
            </a:r>
            <a:r>
              <a:rPr lang="en-US" dirty="0" smtClean="0"/>
              <a:t>: Find where the business is performing well and where improvement is needed.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984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491" y="121294"/>
            <a:ext cx="10515600" cy="1104368"/>
          </a:xfrm>
        </p:spPr>
        <p:txBody>
          <a:bodyPr>
            <a:normAutofit/>
          </a:bodyPr>
          <a:lstStyle/>
          <a:p>
            <a:pPr algn="ctr"/>
            <a:r>
              <a:rPr lang="en-US" sz="5400" dirty="0" smtClean="0">
                <a:solidFill>
                  <a:schemeClr val="accent2">
                    <a:lumMod val="75000"/>
                  </a:schemeClr>
                </a:solidFill>
                <a:latin typeface="+mn-lt"/>
              </a:rPr>
              <a:t>My Approach</a:t>
            </a:r>
            <a:endParaRPr lang="en-US" sz="5400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668982" y="1202870"/>
            <a:ext cx="2854036" cy="684275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Raw Data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4668982" y="2368464"/>
            <a:ext cx="2854036" cy="675387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Excel Cleaning</a:t>
            </a:r>
            <a:endParaRPr lang="en-US" sz="2400" dirty="0"/>
          </a:p>
        </p:txBody>
      </p:sp>
      <p:sp>
        <p:nvSpPr>
          <p:cNvPr id="5" name="Rectangle 4"/>
          <p:cNvSpPr/>
          <p:nvPr/>
        </p:nvSpPr>
        <p:spPr>
          <a:xfrm>
            <a:off x="4668982" y="3470705"/>
            <a:ext cx="2854036" cy="683686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KPI &amp; Pivot Analysis</a:t>
            </a:r>
            <a:endParaRPr lang="en-US" sz="2400" dirty="0"/>
          </a:p>
        </p:txBody>
      </p:sp>
      <p:sp>
        <p:nvSpPr>
          <p:cNvPr id="6" name="Rectangle 5"/>
          <p:cNvSpPr/>
          <p:nvPr/>
        </p:nvSpPr>
        <p:spPr>
          <a:xfrm>
            <a:off x="4668982" y="4673311"/>
            <a:ext cx="2854036" cy="688748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Power BI Dashboard</a:t>
            </a:r>
            <a:endParaRPr lang="en-US" sz="2400" dirty="0"/>
          </a:p>
        </p:txBody>
      </p:sp>
      <p:sp>
        <p:nvSpPr>
          <p:cNvPr id="7" name="Rectangle 6"/>
          <p:cNvSpPr/>
          <p:nvPr/>
        </p:nvSpPr>
        <p:spPr>
          <a:xfrm>
            <a:off x="4668982" y="5880979"/>
            <a:ext cx="2854036" cy="664016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Insights &amp; Recommendations</a:t>
            </a:r>
            <a:endParaRPr lang="en-US" sz="2400" dirty="0"/>
          </a:p>
        </p:txBody>
      </p:sp>
      <p:sp>
        <p:nvSpPr>
          <p:cNvPr id="8" name="Down Arrow 7"/>
          <p:cNvSpPr/>
          <p:nvPr/>
        </p:nvSpPr>
        <p:spPr>
          <a:xfrm>
            <a:off x="6019800" y="2016492"/>
            <a:ext cx="152400" cy="27709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own Arrow 8"/>
          <p:cNvSpPr/>
          <p:nvPr/>
        </p:nvSpPr>
        <p:spPr>
          <a:xfrm>
            <a:off x="6019800" y="3118733"/>
            <a:ext cx="152400" cy="27709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Down Arrow 10"/>
          <p:cNvSpPr/>
          <p:nvPr/>
        </p:nvSpPr>
        <p:spPr>
          <a:xfrm>
            <a:off x="6019800" y="5482974"/>
            <a:ext cx="152400" cy="27709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own Arrow 11"/>
          <p:cNvSpPr/>
          <p:nvPr/>
        </p:nvSpPr>
        <p:spPr>
          <a:xfrm>
            <a:off x="6019800" y="4275306"/>
            <a:ext cx="152400" cy="27709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756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 smtClean="0">
                <a:solidFill>
                  <a:schemeClr val="accent2">
                    <a:lumMod val="75000"/>
                  </a:schemeClr>
                </a:solidFill>
                <a:latin typeface="+mn-lt"/>
              </a:rPr>
              <a:t>Business at a Glance</a:t>
            </a:r>
            <a:endParaRPr lang="en-US" sz="5400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38200" y="1842654"/>
            <a:ext cx="3103419" cy="1620981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 smtClean="0"/>
              <a:t>2.30M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400" dirty="0" smtClean="0"/>
              <a:t>Revenue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4544290" y="1842654"/>
            <a:ext cx="3103419" cy="1620981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 smtClean="0"/>
              <a:t>286.4K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400" dirty="0" smtClean="0"/>
              <a:t>Profit</a:t>
            </a:r>
            <a:endParaRPr lang="en-US" sz="2400" dirty="0"/>
          </a:p>
        </p:txBody>
      </p:sp>
      <p:sp>
        <p:nvSpPr>
          <p:cNvPr id="5" name="Rectangle 4"/>
          <p:cNvSpPr/>
          <p:nvPr/>
        </p:nvSpPr>
        <p:spPr>
          <a:xfrm>
            <a:off x="8250381" y="1842654"/>
            <a:ext cx="3103419" cy="1620981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 smtClean="0"/>
              <a:t>12.47%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400" dirty="0" smtClean="0"/>
              <a:t>Profit Margin</a:t>
            </a:r>
            <a:endParaRPr lang="en-US" sz="2400" dirty="0"/>
          </a:p>
        </p:txBody>
      </p:sp>
      <p:sp>
        <p:nvSpPr>
          <p:cNvPr id="6" name="Rectangle 5"/>
          <p:cNvSpPr/>
          <p:nvPr/>
        </p:nvSpPr>
        <p:spPr>
          <a:xfrm>
            <a:off x="838199" y="4184072"/>
            <a:ext cx="3103419" cy="1620981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 smtClean="0"/>
              <a:t>5,009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400" dirty="0" smtClean="0"/>
              <a:t>Orders</a:t>
            </a:r>
            <a:endParaRPr lang="en-US" sz="2400" dirty="0"/>
          </a:p>
        </p:txBody>
      </p:sp>
      <p:sp>
        <p:nvSpPr>
          <p:cNvPr id="7" name="Rectangle 6"/>
          <p:cNvSpPr/>
          <p:nvPr/>
        </p:nvSpPr>
        <p:spPr>
          <a:xfrm>
            <a:off x="4544290" y="4184072"/>
            <a:ext cx="3103419" cy="1620981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 smtClean="0"/>
              <a:t>37.9K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400" dirty="0" smtClean="0"/>
              <a:t>Units Sold</a:t>
            </a:r>
            <a:endParaRPr lang="en-US" sz="2400" dirty="0"/>
          </a:p>
        </p:txBody>
      </p:sp>
      <p:sp>
        <p:nvSpPr>
          <p:cNvPr id="8" name="Rectangle 7"/>
          <p:cNvSpPr/>
          <p:nvPr/>
        </p:nvSpPr>
        <p:spPr>
          <a:xfrm>
            <a:off x="8250381" y="4184072"/>
            <a:ext cx="3103419" cy="1620981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 smtClean="0"/>
              <a:t>458.6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400" dirty="0" smtClean="0"/>
              <a:t>Avg. Order Value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732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6424"/>
            <a:ext cx="10515600" cy="951057"/>
          </a:xfrm>
        </p:spPr>
        <p:txBody>
          <a:bodyPr>
            <a:normAutofit/>
          </a:bodyPr>
          <a:lstStyle/>
          <a:p>
            <a:pPr algn="ctr"/>
            <a:r>
              <a:rPr lang="en-US" sz="5400" dirty="0" smtClean="0">
                <a:solidFill>
                  <a:schemeClr val="accent2">
                    <a:lumMod val="75000"/>
                  </a:schemeClr>
                </a:solidFill>
                <a:latin typeface="+mn-lt"/>
              </a:rPr>
              <a:t>Interactive Dashboard</a:t>
            </a:r>
            <a:endParaRPr lang="en-US" sz="5400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90688"/>
            <a:ext cx="11790218" cy="5056475"/>
          </a:xfrm>
        </p:spPr>
        <p:txBody>
          <a:bodyPr>
            <a:normAutofit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dirty="0" smtClean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smtClean="0"/>
              <a:t>View Interactive Dashboard </a:t>
            </a:r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Right Arrow 3">
            <a:hlinkClick r:id="rId2" action="ppaction://hlinkfile"/>
          </p:cNvPr>
          <p:cNvSpPr/>
          <p:nvPr/>
        </p:nvSpPr>
        <p:spPr>
          <a:xfrm>
            <a:off x="3740727" y="6276109"/>
            <a:ext cx="387928" cy="1939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091" y="1219200"/>
            <a:ext cx="10072254" cy="4779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483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 smtClean="0">
                <a:solidFill>
                  <a:schemeClr val="accent2">
                    <a:lumMod val="75000"/>
                  </a:schemeClr>
                </a:solidFill>
                <a:latin typeface="+mn-lt"/>
              </a:rPr>
              <a:t>Key Insights</a:t>
            </a:r>
            <a:endParaRPr lang="en-US" sz="5400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Sales are generally stronger in </a:t>
            </a:r>
            <a:r>
              <a:rPr lang="en-US" b="1" dirty="0" smtClean="0">
                <a:solidFill>
                  <a:srgbClr val="00B050"/>
                </a:solidFill>
              </a:rPr>
              <a:t>late-year months</a:t>
            </a:r>
            <a:r>
              <a:rPr lang="en-US" dirty="0" smtClean="0">
                <a:solidFill>
                  <a:srgbClr val="00B050"/>
                </a:solidFill>
              </a:rPr>
              <a:t>.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Technology &amp; Furniture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 smtClean="0"/>
              <a:t>are major revenue contributors.</a:t>
            </a:r>
          </a:p>
          <a:p>
            <a:r>
              <a:rPr lang="en-US" dirty="0" smtClean="0"/>
              <a:t>Regional sales performance is </a:t>
            </a:r>
            <a:r>
              <a:rPr lang="en-US" b="1" dirty="0" smtClean="0">
                <a:solidFill>
                  <a:schemeClr val="accent2"/>
                </a:solidFill>
              </a:rPr>
              <a:t>uneven</a:t>
            </a:r>
            <a:r>
              <a:rPr lang="en-US" dirty="0" smtClean="0"/>
              <a:t>.</a:t>
            </a:r>
          </a:p>
          <a:p>
            <a:r>
              <a:rPr lang="en-US" dirty="0" smtClean="0"/>
              <a:t>High revenue does </a:t>
            </a:r>
            <a:r>
              <a:rPr lang="en-US" b="1" dirty="0" smtClean="0">
                <a:solidFill>
                  <a:schemeClr val="accent2"/>
                </a:solidFill>
              </a:rPr>
              <a:t>not always mean high profit</a:t>
            </a:r>
            <a:r>
              <a:rPr lang="en-US" dirty="0" smtClean="0"/>
              <a:t>.</a:t>
            </a:r>
          </a:p>
          <a:p>
            <a:r>
              <a:rPr lang="en-US" dirty="0" smtClean="0"/>
              <a:t>Some products require </a:t>
            </a:r>
            <a:r>
              <a:rPr lang="en-US" b="1" dirty="0" smtClean="0">
                <a:solidFill>
                  <a:srgbClr val="FF0000"/>
                </a:solidFill>
              </a:rPr>
              <a:t>profitability review</a:t>
            </a:r>
            <a:r>
              <a:rPr lang="en-US" dirty="0" smtClean="0"/>
              <a:t>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43312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 smtClean="0">
                <a:solidFill>
                  <a:schemeClr val="accent2">
                    <a:lumMod val="75000"/>
                  </a:schemeClr>
                </a:solidFill>
                <a:latin typeface="+mn-lt"/>
              </a:rPr>
              <a:t>Recommendations</a:t>
            </a:r>
            <a:endParaRPr lang="en-US" sz="5400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rgbClr val="002060"/>
                </a:solidFill>
              </a:rPr>
              <a:t>1. Plan Ahead </a:t>
            </a:r>
          </a:p>
          <a:p>
            <a:pPr marL="0" indent="0">
              <a:buNone/>
            </a:pPr>
            <a:r>
              <a:rPr lang="en-US" sz="2400" dirty="0" smtClean="0"/>
              <a:t>Prepare inventory before peak sales periods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002060"/>
                </a:solidFill>
              </a:rPr>
              <a:t>2. Focus on Winners </a:t>
            </a:r>
          </a:p>
          <a:p>
            <a:pPr marL="0" indent="0">
              <a:buNone/>
            </a:pPr>
            <a:r>
              <a:rPr lang="en-US" sz="2400" dirty="0" smtClean="0"/>
              <a:t>Prioritize successful products and categories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002060"/>
                </a:solidFill>
              </a:rPr>
              <a:t>3. Weak Areas  </a:t>
            </a:r>
          </a:p>
          <a:p>
            <a:pPr marL="0" indent="0">
              <a:buNone/>
            </a:pPr>
            <a:r>
              <a:rPr lang="en-US" sz="2400" dirty="0" smtClean="0"/>
              <a:t>Investigate lower-performing regions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002060"/>
                </a:solidFill>
              </a:rPr>
              <a:t>4. Protect Profit</a:t>
            </a:r>
          </a:p>
          <a:p>
            <a:pPr marL="0" indent="0">
              <a:buNone/>
            </a:pPr>
            <a:r>
              <a:rPr lang="en-US" sz="2400" dirty="0" smtClean="0"/>
              <a:t>Review pricing, discounts and costs of low-margin products.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5473874" y="3244334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4045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 smtClean="0">
                <a:solidFill>
                  <a:schemeClr val="accent2">
                    <a:lumMod val="75000"/>
                  </a:schemeClr>
                </a:solidFill>
                <a:latin typeface="+mn-lt"/>
              </a:rPr>
              <a:t>Case Study — From Data to Action</a:t>
            </a:r>
            <a:endParaRPr lang="en-US" sz="5400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82993"/>
          </a:xfrm>
        </p:spPr>
        <p:txBody>
          <a:bodyPr/>
          <a:lstStyle/>
          <a:p>
            <a:r>
              <a:rPr lang="en-US" dirty="0" smtClean="0">
                <a:solidFill>
                  <a:srgbClr val="002060"/>
                </a:solidFill>
              </a:rPr>
              <a:t>Problem</a:t>
            </a:r>
          </a:p>
          <a:p>
            <a:pPr marL="0" indent="0">
              <a:buNone/>
            </a:pPr>
            <a:r>
              <a:rPr lang="en-US" sz="2400" dirty="0" smtClean="0"/>
              <a:t>Limited visibility</a:t>
            </a:r>
          </a:p>
          <a:p>
            <a:r>
              <a:rPr lang="en-US" dirty="0" smtClean="0">
                <a:solidFill>
                  <a:srgbClr val="002060"/>
                </a:solidFill>
              </a:rPr>
              <a:t>Analysis</a:t>
            </a:r>
          </a:p>
          <a:p>
            <a:pPr marL="0" indent="0">
              <a:buNone/>
            </a:pPr>
            <a:r>
              <a:rPr lang="en-US" sz="2400" dirty="0" smtClean="0"/>
              <a:t>Excel + Power BI</a:t>
            </a:r>
          </a:p>
          <a:p>
            <a:r>
              <a:rPr lang="en-US" dirty="0" smtClean="0">
                <a:solidFill>
                  <a:srgbClr val="002060"/>
                </a:solidFill>
              </a:rPr>
              <a:t>Finding</a:t>
            </a:r>
          </a:p>
          <a:p>
            <a:pPr marL="0" indent="0">
              <a:buNone/>
            </a:pPr>
            <a:r>
              <a:rPr lang="en-US" sz="2400" dirty="0" smtClean="0"/>
              <a:t>Sales &amp; profitability vary</a:t>
            </a:r>
          </a:p>
          <a:p>
            <a:r>
              <a:rPr lang="en-US" dirty="0" smtClean="0">
                <a:solidFill>
                  <a:srgbClr val="002060"/>
                </a:solidFill>
              </a:rPr>
              <a:t>Action</a:t>
            </a:r>
          </a:p>
          <a:p>
            <a:pPr marL="0" indent="0">
              <a:buNone/>
            </a:pPr>
            <a:r>
              <a:rPr lang="en-US" sz="2400" dirty="0" smtClean="0"/>
              <a:t>Better planning + profitable growth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2"/>
                </a:solidFill>
              </a:rPr>
              <a:t>Result:</a:t>
            </a:r>
            <a:r>
              <a:rPr lang="en-US" dirty="0" smtClean="0"/>
              <a:t> 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A clear, data-driven view of sales and operations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4281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34691" y="2921169"/>
            <a:ext cx="432261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 smtClean="0">
                <a:solidFill>
                  <a:schemeClr val="accent1">
                    <a:lumMod val="50000"/>
                  </a:schemeClr>
                </a:solidFill>
              </a:rPr>
              <a:t>THANK YOU</a:t>
            </a:r>
            <a:endParaRPr lang="en-US" sz="6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74073" y="6123709"/>
            <a:ext cx="502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accent2">
                    <a:lumMod val="75000"/>
                  </a:schemeClr>
                </a:solidFill>
              </a:rPr>
              <a:t>Presented by: </a:t>
            </a:r>
            <a:r>
              <a:rPr lang="en-US" sz="2800" dirty="0" err="1" smtClean="0">
                <a:solidFill>
                  <a:schemeClr val="accent2">
                    <a:lumMod val="75000"/>
                  </a:schemeClr>
                </a:solidFill>
              </a:rPr>
              <a:t>Musab</a:t>
            </a:r>
            <a:endParaRPr lang="en-US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3221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199</Words>
  <Application>Microsoft Office PowerPoint</Application>
  <PresentationFormat>Widescreen</PresentationFormat>
  <Paragraphs>65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Sales &amp; Operations Dashboard</vt:lpstr>
      <vt:lpstr>Project Overview</vt:lpstr>
      <vt:lpstr>My Approach</vt:lpstr>
      <vt:lpstr>Business at a Glance</vt:lpstr>
      <vt:lpstr>Interactive Dashboard</vt:lpstr>
      <vt:lpstr>Key Insights</vt:lpstr>
      <vt:lpstr>Recommendations</vt:lpstr>
      <vt:lpstr>Case Study — From Data to Action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&amp; Operations Dashboard</dc:title>
  <dc:creator>Village computer mpk</dc:creator>
  <cp:lastModifiedBy>Village computer mpk</cp:lastModifiedBy>
  <cp:revision>9</cp:revision>
  <dcterms:created xsi:type="dcterms:W3CDTF">2026-09-17T23:04:33Z</dcterms:created>
  <dcterms:modified xsi:type="dcterms:W3CDTF">2026-09-18T00:17:00Z</dcterms:modified>
</cp:coreProperties>
</file>